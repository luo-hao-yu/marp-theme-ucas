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0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0741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![bg left:45%](./images/bg2.jpg)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![img w:300px](images/bg3.jpg)|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宽屏</PresentationFormat>
  <Paragraphs>15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汇报题目 h1样式</dc:title>
  <dc:subject>PptxGenJS Presentation</dc:subject>
  <dc:creator>Created by Marp</dc:creator>
  <cp:lastModifiedBy>浩宇 罗</cp:lastModifiedBy>
  <cp:revision>1</cp:revision>
  <dcterms:created xsi:type="dcterms:W3CDTF">2026-09-13T07:40:56Z</dcterms:created>
  <dcterms:modified xsi:type="dcterms:W3CDTF">2026-09-13T07:41:18Z</dcterms:modified>
</cp:coreProperties>
</file>